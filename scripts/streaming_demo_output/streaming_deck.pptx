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B2333"/>
                </a:solidFill>
              </a:defRPr>
            </a:pPr>
            <a:r>
              <a:t>Streaming, in 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8792A8"/>
                </a:solidFill>
              </a:defRPr>
            </a:pPr>
            <a:r>
              <a:t>A continuous stream arrives, the interface hands the model one window at a time, and a second channel can join mid-stream without changing the call.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What the code does</a:t>
            </a:r>
          </a:p>
        </p:txBody>
      </p:sp>
      <p:pic>
        <p:nvPicPr>
          <p:cNvPr id="3" name="Picture 2" descr="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1247120" cy="4146930"/>
          </a:xfrm>
          <a:prstGeom prst="rect">
            <a:avLst/>
          </a:prstGeom>
        </p:spPr>
      </p:pic>
      <p:pic>
        <p:nvPicPr>
          <p:cNvPr id="4" name="streaming_channel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920240" y="3246120"/>
            <a:ext cx="832104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792A8"/>
                </a:solidFill>
              </a:defRPr>
            </a:pPr>
            <a:r>
              <a:t>Video tower V-JEPA v1, audio tower Wav2Vec2-base; 2000 ms windows, 500 ms stride; audio connects at t = 10 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How it runs</a:t>
            </a:r>
          </a:p>
        </p:txBody>
      </p:sp>
      <p:pic>
        <p:nvPicPr>
          <p:cNvPr id="3" name="Picture 2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77240"/>
            <a:ext cx="11064240" cy="56935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792A8"/>
                </a:solidFill>
              </a:defRPr>
            </a:pPr>
            <a:r>
              <a:t>The per-window call is the same before and after the second channel joins; only the recording list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The actual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5577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unified/scripts/render_streaming_representation.py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session = WindowedStreamSession(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decode_frames(video_path), fps=fps,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window_ms=2000, stride_ms=500,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record='video_mid',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window_to_stimuli=window_to_stimuli)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model.start_recording('video_mid')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_drive_neural_session_streaming(model, session)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063240"/>
            <a:ext cx="5577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core/brainscore_core/streaming_helpers.py</a:t>
            </a:r>
          </a:p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  _drive_neural_session_streaming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event = session.next_input()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while event is not None: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stimuli = _one_row_stimuli(session, event, stream_index)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for channel, region in regions: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_start_recording(subject, region)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output = subject.process(stimuli)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session.emit(StreamEvent(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    channel=channel, payload=output,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        t_ms=event.t_ms))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    event = session.next_input()</a:t>
            </a:r>
          </a:p>
        </p:txBody>
      </p:sp>
      <p:pic>
        <p:nvPicPr>
          <p:cNvPr id="5" name="streaming_channel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55080" y="1463040"/>
            <a:ext cx="539496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3931920"/>
            <a:ext cx="5394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adding the second channel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  <a:r>
              <a:t>model.start_recording(['video_mid', 'audio_mid'])</a:t>
            </a:r>
          </a:p>
          <a:p>
            <a:pPr>
              <a:defRPr sz="1050">
                <a:solidFill>
                  <a:srgbClr val="1B2333"/>
                </a:solidFill>
                <a:latin typeface="Menlo"/>
              </a:defRPr>
            </a:pPr>
          </a:p>
          <a:p>
            <a:pPr>
              <a:defRPr sz="1050">
                <a:solidFill>
                  <a:srgbClr val="8792A8"/>
                </a:solidFill>
                <a:latin typeface="Menlo"/>
              </a:defRPr>
            </a:pPr>
            <a:r>
              <a:t># the loop above is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792A8"/>
                </a:solidFill>
              </a:defRPr>
            </a:pPr>
            <a:r>
              <a:t>These are the real functions, at the paths in their comments. Variables are shown with the values this run used (window_ms=2000, region='video_mid').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Backup: reading three depths at once</a:t>
            </a:r>
          </a:p>
        </p:txBody>
      </p:sp>
      <p:pic>
        <p:nvPicPr>
          <p:cNvPr id="3" name="streaming_depth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94560" y="868680"/>
            <a:ext cx="777240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8792A8"/>
                </a:solidFill>
              </a:defRPr>
            </a:pPr>
            <a:r>
              <a:t>Three taps on the video tower, one shared forward pass. Measured adjacent-window similarity: 0.94 early, 0.85 middle, 0.79 late — deeper layers change fastest, which is the opposite of what we expected before looking.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333"/>
                </a:solidFill>
              </a:defRPr>
            </a:pPr>
            <a:r>
              <a:t>What this does not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Scoring still runs in batch. Batched delivery is the default on the perception and behavior paths, deliberately, for throughput and to reproduce existing scores exactly.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78608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The movie benchmarks are not streaming. They build a stimulus set and score it; this demo is the streaming path running alongside, not those benchmarks rewritten.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85616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No brain data is involved. The strips are the model's own units. Nothing here is a claim about cortex.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92624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Real-time is a separate step. Pacing against a wall clock, with an explicit policy for falling behind, is implemented but not shown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