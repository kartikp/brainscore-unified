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B2333"/>
                </a:solidFill>
              </a:defRPr>
            </a:pPr>
            <a:r>
              <a:t>Streaming, in the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918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8792A8"/>
                </a:solidFill>
              </a:defRPr>
            </a:pPr>
            <a:r>
              <a:t>A continuous stream arrives, the interface hands the model one window at a time, and a second channel can join mid-stream without changing the call.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2333"/>
                </a:solidFill>
              </a:defRPr>
            </a:pPr>
            <a:r>
              <a:t>What the code does</a:t>
            </a:r>
          </a:p>
        </p:txBody>
      </p:sp>
      <p:pic>
        <p:nvPicPr>
          <p:cNvPr id="3" name="Picture 2" descr="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1247120" cy="4146930"/>
          </a:xfrm>
          <a:prstGeom prst="rect">
            <a:avLst/>
          </a:prstGeom>
        </p:spPr>
      </p:pic>
      <p:pic>
        <p:nvPicPr>
          <p:cNvPr id="4" name="streaming_channels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20240" y="3246120"/>
            <a:ext cx="832104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8792A8"/>
                </a:solidFill>
              </a:defRPr>
            </a:pPr>
            <a:r>
              <a:t>Video tower V-JEPA v1, audio tower Wav2Vec2-base; 2000 ms windows, 500 ms stride; audio connects at t = 10 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2333"/>
                </a:solidFill>
              </a:defRPr>
            </a:pPr>
            <a:r>
              <a:t>Backup: reading three depths at once</a:t>
            </a:r>
          </a:p>
        </p:txBody>
      </p:sp>
      <p:pic>
        <p:nvPicPr>
          <p:cNvPr id="3" name="streaming_depth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94560" y="868680"/>
            <a:ext cx="7772400" cy="4663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6692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8792A8"/>
                </a:solidFill>
              </a:defRPr>
            </a:pPr>
            <a:r>
              <a:t>Three taps on the video tower, one shared forward pass. Measured adjacent-window similarity: 0.94 early, 0.85 middle, 0.79 late — deeper layers change fastest, which is the opposite of what we expected before looking.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B2333"/>
                </a:solidFill>
              </a:defRPr>
            </a:pPr>
            <a:r>
              <a:t>What this does not 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B2333"/>
                </a:solidFill>
              </a:defRPr>
            </a:pPr>
            <a:r>
              <a:t>— Scoring still runs in batch. Batched delivery is the default on the perception and behavior paths, deliberately, for throughput and to reproduce existing scores exactly.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78608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B2333"/>
                </a:solidFill>
              </a:defRPr>
            </a:pPr>
            <a:r>
              <a:t>— The movie benchmarks are not streaming. They build a stimulus set and score it; this demo is the streaming path running alongside, not those benchmarks rewritten.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85616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B2333"/>
                </a:solidFill>
              </a:defRPr>
            </a:pPr>
            <a:r>
              <a:t>— No brain data is involved. The strips are the model's own units. Nothing here is a claim about cortex.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992624"/>
            <a:ext cx="10607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B2333"/>
                </a:solidFill>
              </a:defRPr>
            </a:pPr>
            <a:r>
              <a:t>— Real-time is a separate step. Pacing against a wall clock, with an explicit policy for falling behind, is implemented but not shown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